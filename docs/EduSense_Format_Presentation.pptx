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3840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3A8A"/>
                </a:solidFill>
              </a:defRPr>
            </a:pPr>
            <a:r>
              <a:t>Presentation by-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Aditya Yadav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Ashutosh Mehta</a:t>
            </a:r>
          </a:p>
          <a:p>
            <a:pPr>
              <a:spcAft>
                <a:spcPts val="600"/>
              </a:spcAft>
              <a:defRPr sz="1600">
                <a:solidFill>
                  <a:srgbClr val="1E293B"/>
                </a:solidFill>
              </a:defRPr>
            </a:pPr>
            <a:r>
              <a:t>Atishay Jain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82880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200" b="1">
                <a:solidFill>
                  <a:srgbClr val="1E3A8A"/>
                </a:solidFill>
              </a:defRPr>
            </a:pPr>
            <a:r>
              <a:t>NetGuard-IDS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</a:defRPr>
            </a:pPr>
            <a:r>
              <a:t>Network Intrusion Detection &amp; Port Risk Analyzer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 Dual-Engine Defensive Cybersecurity &amp; Machine Learning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Rapid expansion of enterprise networks and remote endpoints has created severe perimeter visibility gaps.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Manual tracking of open host ports, unauthorized services, and malicious flow anomalies is impractical at scale.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Need for an automated, unified defensive system to support network administrators, auditors, and SOC analysts.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Proposed Solution: A Machine Learning &amp; socket-based platform to identify at-risk open ports, calculate automated CVSS risk scores, and detect live network intrusions in real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Problem Statement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Enterprise institutions and infrastructure handle millions of network packets daily.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Traditional port scanners (e.g., Nmap) require root privileges, manual CLI flags, and fail to predict cyber risk scores.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Classic signature-based NIDS (e.g., Snort) struggle to detect novel attack variations before damage escalates.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Difficult to coordinate between port vulnerability discovery and real-time flow intrusion detection for timely containment.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Results in missed opportunities to neutralize dangerous entry vectors (SMB 445, RDP 3389, Telnet 23) before ransomware compromise.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Develop an automated predictive identification system for high-risk open ports and unauthorized daemons.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Preprocess network flow telemetry using standardization and one-hot encoding feature pipelines.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Train ML classification models (Random Forest &amp; XGBoost) on NSL-KDD benchmark data to predict intrusions.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Detect 5 threat classes: Normal, DoS, Probe, R2L (Remote-to-Local), and U2R (User-to-Root).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Provide real-time dashboarding through an interactive web interface with Plotly telemetry.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Improve threat mitigation speed and reduce system administrator intervention time.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System Methodology (Overview)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Target Ingestion: Gathering host IP targets and uploaded network flow CSV captures.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Data Preprocessing: Standardizing flow metrics and validating RFC1918 safety policies.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Feature Extraction: Extracting key risk indicators (duration, protocol_type, src_bytes, serror_rate).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Model Training: Training Random Forest &amp; XGBoost classifiers for multi-class threat prediction.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Model Evaluation: Testing accuracy (98.30%), F1-scores (0.9826), and confusion matrices.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Web Interface Development: Building the NetGuard-IDS multi-page dashboard.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Deployment: Hosting on Streamlit Community Cloud.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Operating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Software: Python 3.10+, Pandas, NumPy, Scikit-learn, XGBoost, Streamlit, SQLite 3, Plotly.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Architecture: Dual Defensive Engine (Multithreaded Socket Scanner + ML Flow Classifier), SQLite Database, Web Interface.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Execution Privilege: User-space unprivileged socket connects (Zero root/sudo dependency).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Cloud Platform: Streamlit Community Cloud persistent environment with Hosted Demo Mode fallback.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Browser Support: Chrome, Edge, Firefox, Safari.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Fast response time for real-time risk alerts (sub-second port scanning, sub-100ms ML batch inference).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Ethical and safety protection restricting public IP scanning via programmatic RFC1918 target whitelisting.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Secure handling of network flow records without executing unverified system commands (Zero shell=True).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High reliability and fault tolerance with graceful TCP connect timeout recovery.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Scalability for enterprise and institution-wide network adoption.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User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Security Engineers &amp; SOC Analysts: Track perimeter health, evaluate intrusion distributions, and export tagged predictions.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System &amp; Network Administrators: Identify exposed services, review CVSS risk verdicts, and apply concrete hardening playbooks.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Penetration Testers &amp; Compliance Auditors: Conduct authorized audits with exportable JSON/CSV/Markdown compliance reports.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Academic Evaluators &amp; Researchers: Evaluate dual-engine defensive network architectures and ML classification benchmarks.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Advantages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Automated identification of network vulnerabilities and malicious traffic in a single pane of glass.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Reduces manual administrative effort through automated CVSS rule-based risk scoring (0–100).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Tailored support through actionable remediation guidance mapped to real-world exploit vectors.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High predictive accuracy (98.30% Random Forest, 98.25% XGBoost) on NSL-KDD benchmark flows.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Scalable solution for various educational tiers, enterprise intranets, and lab environments.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Limitations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Predictive accuracy depends heavily on network flow dataset quality and consistent attribute formatting.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May struggle with zero-day external evasion techniques not captured in training data.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Serverless cloud hosting environments restrict raw outbound TCP sockets (mitigated by Hosted Demo Mode).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Requires consistent telemetry input or flow captures from network taps and monitoring points.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Future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Live packet sniffing integration using eBPF or Scapy promiscuous hardware captures.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Integration with existing Enterprise SIEM platforms (Splunk, Elastic SIEM, Syslog).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Deep learning models (e.g., Unsupervised LSTM Autoencoders) for more nuanced behavioral and zero-day anomaly analysis.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Automated firewall rule injection (active IPS) for immediate mitigation of detected attacking IPs.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A8A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08760"/>
            <a:ext cx="7680960" cy="36576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7680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Proactive network perimeter defense and traffic monitoring are essential for modern digital infrastructure.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NetGuard-IDS provides an automated, AI-driven environment for risk detection and intrusion prevention.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Combines unprivileged socket auditing with 98.30% accurate ML classification and actionable CVSS hardening playbooks.</a:t>
            </a:r>
          </a:p>
          <a:p>
            <a:pPr>
              <a:spcAft>
                <a:spcPts val="1400"/>
              </a:spcAft>
              <a:defRPr sz="1500">
                <a:solidFill>
                  <a:srgbClr val="1E293B"/>
                </a:solidFill>
              </a:defRPr>
            </a:pPr>
            <a:r>
              <a:t>Helps create a more supportive, resilient, and secure institutional network ecosystem.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2179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E3A8A"/>
                </a:solidFill>
              </a:defRPr>
            </a:pPr>
            <a:r>
              <a:t>Thank You!</a:t>
            </a:r>
          </a:p>
          <a:p>
            <a:br/>
            <a:pPr algn="ctr">
              <a:defRPr sz="1800">
                <a:solidFill>
                  <a:srgbClr val="0F172A"/>
                </a:solidFill>
              </a:defRPr>
            </a:pPr>
            <a:r>
              <a:t>Questions &amp; Discussions are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