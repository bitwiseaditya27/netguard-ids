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B2"/>
                </a:solidFill>
              </a:defRPr>
            </a:pPr>
            <a:r>
              <a:t>NetGuard-IDS</a:t>
            </a:r>
          </a:p>
          <a:p>
            <a:pPr algn="ctr">
              <a:defRPr sz="1800">
                <a:solidFill>
                  <a:srgbClr val="F5F5F5"/>
                </a:solidFill>
              </a:defRPr>
            </a:pPr>
            <a:r>
              <a:t>Network Intrusion Detection &amp; Port Risk Analyzer</a:t>
            </a:r>
          </a:p>
          <a:p>
            <a:pPr algn="ctr">
              <a:defRPr sz="1300">
                <a:solidFill>
                  <a:srgbClr val="AAAFB9"/>
                </a:solidFill>
              </a:defRPr>
            </a:pPr>
            <a:r>
              <a:t>An AI-Driven Dual-Engine Defensive Cybersecurity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D4B2"/>
                </a:solidFill>
              </a:defRPr>
            </a:pPr>
            <a:r>
              <a:t>Presentation by:</a:t>
            </a:r>
          </a:p>
          <a:p>
            <a:pPr algn="ctr">
              <a:defRPr sz="1400">
                <a:solidFill>
                  <a:srgbClr val="F5F5F5"/>
                </a:solidFill>
              </a:defRPr>
            </a:pPr>
            <a:r>
              <a:t>Aditya Yadav</a:t>
            </a:r>
          </a:p>
          <a:p>
            <a:pPr algn="ctr">
              <a:defRPr sz="1400">
                <a:solidFill>
                  <a:srgbClr val="F5F5F5"/>
                </a:solidFill>
              </a:defRPr>
            </a:pPr>
            <a:r>
              <a:t>Ashutosh Mehta</a:t>
            </a:r>
          </a:p>
          <a:p>
            <a:pPr algn="ctr">
              <a:defRPr sz="1400">
                <a:solidFill>
                  <a:srgbClr val="F5F5F5"/>
                </a:solidFill>
              </a:defRPr>
            </a:pPr>
            <a:r>
              <a:t>Atishay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5F5F5"/>
                </a:solidFill>
              </a:defRPr>
            </a:pPr>
            <a:r>
              <a:t>• Rapid expansion of digital infrastructure and remote networks has created widespread perimeter visibility gaps.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Manual tracking of open network ports, services, and unauthorized access attempts is impractical at enterprise scale.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Need for an automated, unified defensive system to support network engineers, security auditors, and SOC analysts.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Proposed Solution: NetGuard-IDS — A Machine Learning &amp; socket-based platform to discover exposed services, calculate automated CVSS risk verdicts, and detect network intrusions in real time.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5F5F5"/>
                </a:solidFill>
              </a:defRPr>
            </a:pPr>
            <a:r>
              <a:t>• Enterprise environments process millions of network flows daily, making manual threat triage impossible.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Traditional scanners (e.g. Nmap) require root privileges, manual CLI flags, and lack built-in CVSS risk scoring.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Classic signature-based NIDS (e.g. Snort) fail to identify novel attack variations and zero-day traffic anomalies.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Lack of unified coordination between port vulnerability discovery and real-time flow intrusion detection.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Results in critical missed opportunities to isolate exposed vectors (SMB 445, RDP 3389, Telnet 23) before ransomware compromise occurs.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5F5F5"/>
                </a:solidFill>
              </a:defRPr>
            </a:pPr>
            <a:r>
              <a:t>• Develop an automated, non-root multithreaded TCP port scanner with application banner grabbing.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Construct an automated CVSS-style risk engine that scores vulnerabilities from 0–100 with concrete remediation steps.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Preprocess flow telemetry and train benchmark ML models (Random Forest &amp; XGBoost) on the NSL-KDD dataset.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Detect and classify 5 attack taxonomies: Normal, DoS, Probe, R2L (Remote-to-Local), and U2R (User-to-Root).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Provide real-time interactive telemetry through a modern, responsive Streamlit dashboard.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Enforce strict ethical guardrails and target whitelisting (RFC 1918 &amp; scanme.nmap.org) to prevent malicious use.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System Methodology &amp; End-to-End Workflow</a:t>
            </a:r>
          </a:p>
        </p:txBody>
      </p:sp>
      <p:pic>
        <p:nvPicPr>
          <p:cNvPr id="6" name="Picture 5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4711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B2"/>
                </a:solidFill>
              </a:defRPr>
            </a:pPr>
            <a:r>
              <a:t>1. Data Collection &amp; Target Ingestion -&gt; 2. Safety Whitelist -&gt; 3. Dual Engine (Port Scanner &amp; ML Flow Classifier) -&gt; 4. CVSS Scoring -&gt; 5. Streamlit Dashboard &amp; Report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Operating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• Core Language &amp; Runtime: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Python 3.10+ (Cross-platform compatibility across Windows, Linux, macOS).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• Data Processing &amp; Machine Learning: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Pandas, NumPy, Scikit-learn, XGBoost, Joblib.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• Networking &amp; Concurrency: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Python standard socket library, concurrent.futures.ThreadPoolExecutor.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• Presentation &amp; Visualization: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Streamlit 1.35+, Plotly interactive charts.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• Persistence &amp; Database: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Embedded SQLite 3 (Thread-safe connection pool, zero configuration).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• Deployment &amp; Cloud Hosting: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Streamlit Community Cloud (Hosted serverless persistent container).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• Browser Support: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Google Chrome, Microsoft Edge, Mozilla Firefox, Apple Safari.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✔ High-Speed Performance: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Sub-second port discovery for top ports; sub-100ms ML batch inference latency.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Zero Root Privilege Dependency: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Operates entirely within user space via unprivileged TCP connect sockets.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Strict Target Authorization &amp; Safety: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Programmatic allowlisting blocking arbitrary public IPs; mandatory consent checkbox.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High Reliability &amp; Fault Tolerance: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Graceful timeout handling for firewalled/dropped packets without app crashes.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Multi-Format Exportability: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One-click generation of audit records in JSON, CSV, and Markdown formats.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Scalability: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Thread-pool architecture capable of scaling across subnets and cloud demo environments.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User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👤 Security Engineers &amp; SOC Analysts: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Conduct host posture audits, upload live flow captures, inspect intrusion breakdowns, and monitor perimeter health.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👤 System &amp; Network Administrators: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Identify exposed internal services (e.g. unauthenticated Redis, SMBv1), review CVSS severity scores, and apply hardening advice.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👤 Penetration Testers &amp; Auditors: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Perform authorized vulnerability assessments with exportable compliance logs and evidence artifacts.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👤 Academic Evaluators &amp; Students: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Study defensive cybersecurity architectures, port risk mechanics, and ML-based flow threat detection.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5F5F5"/>
                </a:solidFill>
              </a:defRPr>
            </a:pPr>
            <a:r>
              <a:t>• Automated Identification: Seamlessly bridges port scanning and flow classification in one platform.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Non-Root Portability: Unlike Nmap SYN scans, requires zero sudo or root administrative privileges.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High Predictive Accuracy: 98.30% accuracy and 0.9826 F1-score achieved on NSL-KDD benchmark.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Actionable Remediation: Explains exact real-world exploit vectors (WannaCry, BlueKeep) and hardening steps.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Embedded Persistence: Zero-setup SQLite tracking for historical trend comparisons.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Ethical Guardrails: Native controls prevent abuse against unauthorized external targets.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5F5F5"/>
                </a:solidFill>
              </a:defRPr>
            </a:pPr>
            <a:r>
              <a:t>• Predictive Accuracy Depends on Flow Features: Model relies on 41 NSL-KDD attributes; unformatted raw PCAPs require conversion.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Cloud Hosting Socket Restrictions: Outbound TCP connects may be blocked by serverless cloud providers (mitigated via Hosted Demo Mode).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Passive vs. Active Interception: Currently performs detection and classification rather than inline packet dropping (IPS).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Firewall SYN Drops: Scanning heavily firewalled hosts can increase duration if connect timeouts are set high.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5F5F5"/>
                </a:solidFill>
              </a:defRPr>
            </a:pPr>
            <a:r>
              <a:t>• Live Packet Sniffing Integration: Implement eBPF or Scapy promiscuous capture directly from hardware interfaces.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Deep Learning Zero-Day Detection: Incorporate unsupervised LSTM Autoencoders to detect uncataloged attack variants.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Active Intrusion Prevention (IPS): Add automated iptables/Windows Firewall rule injection to drop attacking IPs in real time.</a:t>
            </a:r>
            <a:br/>
          </a:p>
          <a:p>
            <a:pPr>
              <a:defRPr sz="1300">
                <a:solidFill>
                  <a:srgbClr val="F5F5F5"/>
                </a:solidFill>
              </a:defRPr>
            </a:pPr>
            <a:r>
              <a:t>• Enterprise SIEM Webhooks: Export alerts directly into Splunk, Elastic SIEM, and SOC messaging channels (Slack/Discord).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| DEFENSIVE CYBERSECURITY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AAFB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5F5F5"/>
                </a:solidFill>
              </a:defRPr>
            </a:pPr>
            <a:r>
              <a:t>• Proactive perimeter auditing and continuous traffic inspection are essential for modern cybersecurity defense.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NetGuard-IDS successfully demonstrates that non-root socket auditing and machine learning can be unified into an efficient, lightweight solution.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Achieves 98.30% threat classification accuracy with actionable CVSS remediation advice and interactive SOC telemetry.</a:t>
            </a:r>
            <a:br/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Provides educational and industrial organizations with an accessible, production-ready cyber defense environment.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B2"/>
                </a:solidFill>
              </a:defRPr>
            </a:pPr>
            <a:r>
              <a:t>Thank You!</a:t>
            </a:r>
          </a:p>
          <a:p>
            <a:br/>
            <a:pPr algn="ctr">
              <a:defRPr sz="1800">
                <a:solidFill>
                  <a:srgbClr val="F5F5F5"/>
                </a:solidFill>
              </a:defRPr>
            </a:pPr>
            <a:r>
              <a:t>Questions &amp; Feedback are Welcome</a:t>
            </a:r>
          </a:p>
          <a:p>
            <a:br/>
            <a:pPr algn="ctr">
              <a:defRPr sz="1200">
                <a:solidFill>
                  <a:srgbClr val="AAAFB9"/>
                </a:solidFill>
              </a:defRPr>
            </a:pPr>
            <a:r>
              <a:t>GitHub: github.com/BitWiseAditya27/netguard-ids</a:t>
            </a:r>
            <a:br/>
            <a:r>
              <a:t>Live Demo: netguard-ids.streamlit.app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