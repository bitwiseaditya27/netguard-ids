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B2"/>
                </a:solidFill>
              </a:defRPr>
            </a:pPr>
            <a:r>
              <a:t>🛡️ NetGuard-IDS</a:t>
            </a:r>
          </a:p>
          <a:p>
            <a:pPr algn="ctr">
              <a:defRPr sz="1800">
                <a:solidFill>
                  <a:srgbClr val="F5F5F5"/>
                </a:solidFill>
              </a:defRPr>
            </a:pPr>
            <a:r>
              <a:t>Network Intrusion Detection &amp; Automated Port Risk Analyzer</a:t>
            </a:r>
          </a:p>
          <a:p>
            <a:br/>
            <a:pPr algn="ctr">
              <a:defRPr sz="1300">
                <a:solidFill>
                  <a:srgbClr val="A0A5AF"/>
                </a:solidFill>
              </a:defRPr>
            </a:pPr>
            <a:r>
              <a:t>A Unified Dual-Engine Defensive Cybersecurity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5AF"/>
                </a:solidFill>
              </a:defRPr>
            </a:pPr>
            <a:r>
              <a:t>Author / Presenter: Aditya Yadav (BitWiseAditya27)</a:t>
            </a:r>
            <a:br/>
            <a:r>
              <a:t>Department of Computer Science &amp; Engineering</a:t>
            </a:r>
            <a:br/>
            <a:r>
              <a:t>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The Cybersecurity Dilemma in Enterprise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D4B2"/>
                </a:solidFill>
              </a:defRPr>
            </a:pPr>
            <a:r>
              <a:t>• Explosion of Perimeter Vulnerabilities: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Organizations inadvertently expose dangerous services (SMB 445, Telnet 23, RDP 3389, unauthenticated Redis/Mongo) that serve as primary vectors for ransomware and lateral movement.</a:t>
            </a:r>
            <a:br/>
          </a:p>
          <a:p>
            <a:pPr>
              <a:defRPr b="1" sz="1400">
                <a:solidFill>
                  <a:srgbClr val="00D4B2"/>
                </a:solidFill>
              </a:defRPr>
            </a:pPr>
            <a:r>
              <a:t>• Limitations of Standalone Port Scanners (e.g. Nmap):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Require administrative/root access for SYN scans, CLI-heavy, lack automated CVSS risk scoring, and provide zero intelligence on live traffic intrusions.</a:t>
            </a:r>
            <a:br/>
          </a:p>
          <a:p>
            <a:pPr>
              <a:defRPr b="1" sz="1400">
                <a:solidFill>
                  <a:srgbClr val="00D4B2"/>
                </a:solidFill>
              </a:defRPr>
            </a:pPr>
            <a:r>
              <a:t>• Fragility of Traditional Signature-based NIDS (e.g. Snort):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Rely on rigid, static rules. High false positive rates, resource-heavy, and completely blind to zero-day flow anomalies.</a:t>
            </a:r>
            <a:br/>
          </a:p>
          <a:p>
            <a:pPr>
              <a:defRPr b="1" sz="1400">
                <a:solidFill>
                  <a:srgbClr val="00D4B2"/>
                </a:solidFill>
              </a:defRPr>
            </a:pPr>
            <a:r>
              <a:t>• The Solution -&gt; NetGuard-IDS: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A unified, non-root system bridging socket-level port risk auditing with benchmarked machine learning traffic classification in one real-time dashboard.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Project Objectives &amp; Core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✔ 1. Multithreaded Non-Root Port Auditing: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Build asynchronous TCP connect scanner using Python socket + concurrent.futures with application banner grabbing.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2. Rule-Based CVSS Risk Engine: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Translate discovered ports &amp; banners into risk tiers (Critical, High, Medium, Low) and calculate an aggregate 0–100 risk index.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3. Machine Learning Intrusion Classifier: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Train, compare, and deploy Random Forest &amp; XGBoost pipelines on the NSL-KDD benchmark across 5 threat taxonomies.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4. Executive Defensive Dashboard: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Interactive Streamlit interface with Plotly gauges, attack distributions, SQLite audit history, and multi-format exports (PDF, JSON, CSV).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✔ 5. Strict Ethical Guardrails: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Mandatory pre-scan consent, rate-limiting, and restriction to localhost, RFC1918 private subnets, and scanme.nmap.org.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Multi-Tier System Architecture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7315200" cy="4781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Defensive Engine 1: Port Scanner &amp; 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⚡ 4 Adaptive Scan Modes: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Quick (Top 100), Common (1-1024), Custom Range, and Full (1-65535) with rate limiting.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⚡ Application Banner Grabbing: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Safely queries open TCP sockets for daemon identification (HTTP, OpenSSH, FTP, MySQL, Redis, SMB).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⚡ Heuristic Banner Escalation: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Automatically flags legacy/outdated services (e.g., SMBv1 EternalBlue flags, Anonymous FTP, old OpenSSH).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⚡ CVSS Threat Modeling: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Associates open ports with known exploit vectors: WannaCry (445), BlueKeep (3389), Plaintext sniff (21/23), NoSQL wipes (27017).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⚡ Overarching Verdict (0–100):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Balances maximum CVSS severity with total threat exposure to assign LOW, MEDIUM, HIGH, or CRITICAL verdict.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Defensive Engine 2: ML Intrusion Detection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🧠 Benchmark Dataset: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NSL-KDD benchmark dataset with 41 flow features (connection duration, protocol, service, flags, bytes, host rates).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🧠 Feature Engineering Pipeline: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StandardScaler for numerical flow dynamics + OneHotEncoder for protocol and service categories.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🧠 5 Attack Taxonomies Detected: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Normal (Benign), DoS (Neptune, Smurf), Probe (Nmap, Portsweep), R2L (Guess Password, FTP Write), U2R (Buffer Overflow, Rootkit).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🧠 Dual-Algorithm Comparison: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Benchmarked Random Forest against XGBoost to determine optimal latency-accuracy trade-off.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Model Comparison &amp; Benchmark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5486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E1117"/>
                          </a:solidFill>
                        </a:defRPr>
                      </a:pPr>
                      <a:r>
                        <a:t>Classifier</a:t>
                      </a:r>
                    </a:p>
                  </a:txBody>
                  <a:tcPr>
                    <a:solidFill>
                      <a:srgbClr val="00D4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E1117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D4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E1117"/>
                          </a:solidFill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00D4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E1117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D4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E1117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D4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Random Forest (Selected)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98.30%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0.9826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0.9838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0.9830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XGBoost Classifier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98.25%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0.9821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0.9830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0.9825</a:t>
                      </a:r>
                    </a:p>
                  </a:txBody>
                  <a:tcPr>
                    <a:solidFill>
                      <a:srgbClr val="1A1D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D4B2"/>
                </a:solidFill>
              </a:defRPr>
            </a:pPr>
            <a:r>
              <a:t>Key Observations &amp; Class Breakdown: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Normal Traffic &amp; R2L Attacks achieved 100% precision and recall.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DoS attacks achieved 95% precision and 100% recall (zero missed flooding attempts).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Sub-100ms inference time per batch makes it suitable for real-time flow evaluation.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Serialization with Joblib allows instantaneous model loading in serverless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Safety Engineering &amp; Ethical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⚖️ Mandatory Pre-Scan Consent Checkbox: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User must explicitly affirm ownership or written testing authorization before the audit button triggers.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⚖️ Programmatic Target Allowlisting: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Only localhost (127.0.0.1), private RFC1918 subnets (10.x, 172.16-31.x, 192.168.x), and scanme.nmap.org are permitted. Arbitrary public IPs are strictly blocked.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⚖️ Hosted Demo Mode: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Generates authentic simulated scan results in cloud environments where raw socket outbound traffic is blocked by cloud provider firewalls.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⚖️ Zero Command Injection Surface: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Built strictly with Python native sockets; no subprocess execution with shell=True.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⚖️ Regulatory Compliance: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Designed in adherence with CFAA (US), Computer Misuse Act (UK), and IT Act 2000 (India).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Deployment, Testing &amp;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🌐 Public GitHub Repository: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https://github.com/BitWiseAditya27/netguard-ids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🌐 Live Streamlit Cloud Deployment: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https://netguard-ids.streamlit.app/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🌐 Automated Testing Suite: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10/10 Pytest tests passing covering validators, CVSS math, socket handlers, and ML inference.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🌐 Multi-Version CI/CD: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GitHub Actions workflow running linting and tests across Python 3.10, 3.11, and 3.12 on every push.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🌐 Export Capabilities: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Instant export of security findings to JSON, CSV, and Markdown executive summaries.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B2"/>
                </a:solidFill>
              </a:defRPr>
            </a:pPr>
            <a:r>
              <a:t>NETGUARD-IDS DEFENSIVE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5F5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00D4B2"/>
                </a:solidFill>
              </a:defRPr>
            </a:pPr>
            <a:r>
              <a:t>📌 Conclusion: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NetGuard-IDS provides a comprehensive, production-grade cybersecurity tool combining lightweight host scanning, actionable CVSS-style risk scoring, and 98.3% accurate ML flow classification in an intuitive dashboard.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📌 Future Scope 1: Live Packet Sniffing: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Incorporate eBPF / Scapy for real-time promiscuous interface packet capture on hardware taps.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📌 Future Scope 2: Deep Learning Autoencoders: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Deploy unsupervised LSTM Autoencoders to detect zero-day evasion techniques.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📌 Future Scope 3: Enterprise SIEM Integration: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Integrate automated webhooks and alerts into Splunk, Elastic SIEM, and Discord/Slack SOC channels.</a:t>
            </a:r>
            <a:br/>
          </a:p>
          <a:p>
            <a:pPr>
              <a:defRPr b="1" sz="1300">
                <a:solidFill>
                  <a:srgbClr val="00D4B2"/>
                </a:solidFill>
              </a:defRPr>
            </a:pPr>
            <a:r>
              <a:t>📌 Thank You!: 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  Questions &amp; Answers are welcome.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