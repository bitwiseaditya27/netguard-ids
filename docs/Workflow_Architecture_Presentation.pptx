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3840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3A8A"/>
                </a:solidFill>
              </a:defRPr>
            </a:pPr>
            <a:r>
              <a:t>Presentation by-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Aditya Yadav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Ashutosh Mehta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Atishay Jain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9319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E3A8A"/>
                </a:solidFill>
              </a:defRPr>
            </a:pPr>
            <a:r>
              <a:t>NetGuard-IDS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Complete Architectural Workflow &amp; Data Pipeline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Deep-Dive into Ingestion, Ethical Gates, Dual Scanning Engines, and Report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End-to-End Architectural Workflow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471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Workflow Step 1: Target Ingestion &amp; Consent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4748B"/>
                </a:solidFill>
              </a:defRPr>
            </a:pPr>
            <a:r>
              <a:t>Stage 1: User Parameters &amp; Mandatory Consent Policy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User supplies target identifier: IP Address (127.0.0.1, 192.168.1.1) or Hostname (scanme.nmap.org).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Scan mode parameter configured: Quick (Top 100), Common (1-1024), Custom Range, or Full (1-65535).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Mandatory Pre-Scan Verification Checkbox: Programmatically blocks scan initiation until ownership or written authorization is confirmed.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Network flow CSV ingestion for intrusion detection module.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Workflow Step 2: Ethical Whitelisting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4748B"/>
                </a:solidFill>
              </a:defRPr>
            </a:pPr>
            <a:r>
              <a:t>Stage 2: Programmatic Enforcement &amp; Anti-Abuse Rules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Target resolution through socket.gethostbyname with regex sanitization to block command injection.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RFC 1918 Private Subnet Verification: Verifies target belongs to 10.0.0.0/8, 172.16.0.0/12, or 192.168.0.0/16.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Public IP Quarantine: Any unapproved public internet IP is immediately halted with a policy violation notice.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Official research target exception: Specifically permits authorized host scanme.nmap.org.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Rate-limiting and thread capping (10-100 max) to prevent denial of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Workflow Step 3: Non-Root Multithreaded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4748B"/>
                </a:solidFill>
              </a:defRPr>
            </a:pPr>
            <a:r>
              <a:t>Stage 3A: Socket-Level Reconnaissance &amp; Banner Grabbing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ThreadPoolExecutor dispatches asynchronous non-root socket.connect_ex probes.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Operates without sudo/root or raw packet privileges across Windows and Linux.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Active Banner Grabbing: Queries open sockets for software version strings (HTTP, SSH, ProFTPD, MySQL, SMB).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Heuristic Banner Analysis: Detects obsolete services, anonymous FTP permits, and legacy SMBv1 headers.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Cloud Fallback (Hosted Demo Mode): Simulates enterprise host telemetry when serverless outbound sockets are blocked.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Workflow Step 4: Rule-Based CVSS Risk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4748B"/>
                </a:solidFill>
              </a:defRPr>
            </a:pPr>
            <a:r>
              <a:t>Stage 4A: Vulnerability Mapping &amp; Aggregated Verdicts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Maps discovered ports to CVSS v3.1 base metrics and severity categories (Critical, High, Medium, Low).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Associates findings with known exploit vectors (WannaCry on 445, BlueKeep on 3389, cleartext sniff on 21/23).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Mathematical Score Aggregation: Score = min(100, (raw_score * 0.8) + (max_cvss * 3.5)).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Issues overarching security verdict: LOW, MEDIUM, HIGH, or CRITICAL.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Generates concrete, actionable remediation steps for system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Workflow Step 5: Machine Learning Flow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4748B"/>
                </a:solidFill>
              </a:defRPr>
            </a:pPr>
            <a:r>
              <a:t>Stage 3B: Dual-Model Intrusion Detection Pipeline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Input: Network flow telemetry comprising 41 NSL-KDD attributes (duration, bytes, flags, rates).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Preprocessing: StandardScaler for continuous dynamics + OneHotEncoder for categorical services/protocols.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Inference Pipeline: Evaluates flows using trained Random Forest &amp; XGBoost classifiers.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5 Attack Taxonomies Classified: Normal, DoS (flooding), Probe (recon), R2L (unauthorized access), U2R (privilege escalation).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Achieves 98.30% Accuracy and 0.9826 Weighted F1-Score in sub-100ms batch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Workflow Step 6: Telemetry Dashboard &amp;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4748B"/>
                </a:solidFill>
              </a:defRPr>
            </a:pPr>
            <a:r>
              <a:t>Stage 5: Visualization, Persistence &amp; Export Artifacts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Streamlit Reactive Interface: Visualizes risk with Plotly gauge meters, severity donuts, and attack bar charts.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Embedded Relational Persistence: Automatically stores scan sessions and ML metrics in SQLite 3.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Multi-Format Artifact Export: Exports audit records to JSON, CSV, and Markdown executive summaries.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Live SOC Feed: Real-time tracking of historical scans, malicious flow rates, and host threat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br/>
            <a:pPr algn="ctr">
              <a:defRPr sz="1800">
                <a:solidFill>
                  <a:srgbClr val="0F172A"/>
                </a:solidFill>
              </a:defRPr>
            </a:pPr>
            <a:r>
              <a:t>NetGuard-IDS Workflow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